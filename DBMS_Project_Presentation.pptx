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764372-42C7-497E-8547-771ED8F817E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F834B4-616C-4DFB-A904-691ECED97EE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C3C08-05D4-4695-BC5E-252630C7BA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142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AC3C08-05D4-4695-BC5E-252630C7BAB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04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0280C-5886-AFFB-F58F-C46358B6E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2C8AEC-A0F9-EB41-7A7D-E74B018CEB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F231A-6DE3-D204-9200-4B9B5F41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D107C-5B99-225F-3AF8-C1830555F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39FAA-10BD-2484-DE6E-E308E253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385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C84A1-2776-518C-77F4-306C85CA8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70D76-A781-AB4B-F2FA-9FDD03DD7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E7C41-6E5F-0384-D476-89CA2D198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688AB-D5D1-DDD4-8703-34AF3AF30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43554-9A8B-D485-C53E-F2C340584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89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9B25D-3EB1-0498-7F3F-A0EBBC09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6D587-7F46-41FF-86AF-3EA788C006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C7363-5289-198F-5D20-1297D7BF9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D3667-D7DC-9E95-FD95-568E937F3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F2A95-F73E-8B54-76C4-73EC92BF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5910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F3853-8F83-9CCB-0B2F-EBB1B0A0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E8631-0B0C-B03A-9F0A-FE2FDB0790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CF66BF-9F0D-1289-9EF2-2E90101C6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3A4B1-22C2-0AC8-006B-45525562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6D64E-1B5A-D403-07F4-F20AC9BE0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4D820-C4BC-5B17-319A-9896A2F4C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77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E333D-1187-9AD4-EB08-17CBCB36D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0CABB-DBD1-D44D-FBB5-FCCB5DDD1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10AE0-3B0F-0212-2583-0256540C0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9A883C-372B-116C-DEC9-E8066D6AE3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A32288-2383-8F48-FBF5-30B5D64981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941C97-E8A1-C5F8-F74D-17696846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9ABF43-AF00-CF61-5C60-1E59A5AA0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61BC26-CE51-992A-C38C-E70C6151F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623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46AA-3F58-6AA8-52F9-FD671CC9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80440F-7184-93B8-4A5C-612514C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9F430A-653F-46AC-9CD6-C12FEB6B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35CFD-F56A-8341-E034-620AB982F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488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E95EE3-EACF-0932-B803-A1029CAB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1F19A4-A1F3-D8E7-187D-1EC1662C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072916-4AD2-07AD-4490-82EBEFF5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24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937B-C78C-405C-A308-16376E81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8EFD0-BF5A-4425-693A-133338F8C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7A9D1-2E38-5807-AE4A-B18B60B4F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870EC-6463-FE31-50ED-70B6B0F3B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4761B-5230-529F-B38E-B6018F9FA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25190-8E41-7693-45FF-D4F824D10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988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37FF2-1045-45FD-2A96-6AFF220A3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D3726F-CEB2-C8A3-552F-E90D4720F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1118E-3B59-8CA8-0BB3-2F14C6DEB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66CFF-5E69-A5B4-4FF0-1D6D2228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8F0EAE-5AC8-AF18-DBF9-1123CC6D0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8168D-0AC1-C494-F144-2641032E0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1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69D1A-19B2-4CEE-371C-03729E09E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BCDB17-4F29-7CC5-4D70-D595DA7A5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6C12F-D010-ED53-CBE8-3EB80614B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D52D7-DD26-85AB-5D56-347AD4970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A0BAE-7B60-C004-5AC2-9F00EF116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1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77445-F04C-4966-F168-0B81B091AD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548040-D082-00D7-2FD0-07E9B8172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1E241-9706-8614-A3FE-CEE235608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01143-8FDD-58FD-502B-554CE092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4A6291-6171-1BF4-98D3-49C1B2A15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2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88FF64-66A3-BA5D-5C56-6CFF5D750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C02FD-9965-64A0-6916-8CEEAE16C2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C3AC-AFF3-B53D-7893-3C16F31190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CD19A-7468-4CF5-8593-FD22031D356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BD4D2-E54E-5357-2F57-D8556ED0C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1CBA-C6BD-13DA-A237-F0EC160FCD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7E7900-CFA4-4B83-BFEC-D8A7EEF396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7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E5490-E540-FDBA-8A3C-C9903BE6B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9753" y="492944"/>
            <a:ext cx="9144000" cy="11588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Online File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61F7D-B227-4A92-B5DE-657612258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79753" y="4377608"/>
            <a:ext cx="9232491" cy="2307149"/>
          </a:xfrm>
        </p:spPr>
        <p:txBody>
          <a:bodyPr>
            <a:noAutofit/>
          </a:bodyPr>
          <a:lstStyle/>
          <a:p>
            <a:r>
              <a:rPr lang="en-US" sz="3200" i="1" dirty="0"/>
              <a:t>A Secure and Scalable Cloud Storage Solution</a:t>
            </a:r>
            <a:br>
              <a:rPr lang="en-US" sz="3200" dirty="0"/>
            </a:br>
            <a:r>
              <a:rPr lang="en-US" sz="3200" b="1" dirty="0"/>
              <a:t>Students:</a:t>
            </a:r>
            <a:r>
              <a:rPr lang="en-US" sz="3200" dirty="0"/>
              <a:t> Roll No: </a:t>
            </a:r>
            <a:r>
              <a:rPr lang="en-US" sz="3200" b="1" dirty="0"/>
              <a:t>123CS0052, 123CS0058</a:t>
            </a:r>
            <a:br>
              <a:rPr lang="en-US" sz="3200" dirty="0"/>
            </a:br>
            <a:r>
              <a:rPr lang="en-US" sz="3200" b="1" dirty="0"/>
              <a:t>Guide:</a:t>
            </a:r>
            <a:r>
              <a:rPr lang="en-US" sz="3200" dirty="0"/>
              <a:t> Dr. N. Srinivas Naik, Professor &amp; HOD</a:t>
            </a:r>
            <a:br>
              <a:rPr lang="en-US" sz="3200" dirty="0"/>
            </a:br>
            <a:r>
              <a:rPr lang="en-US" sz="3200" b="1" dirty="0"/>
              <a:t>Department of CSE, IIITDM Kurnool</a:t>
            </a:r>
            <a:br>
              <a:rPr lang="en-US" sz="3200" dirty="0"/>
            </a:br>
            <a:endParaRPr lang="en-US" sz="3200" dirty="0"/>
          </a:p>
        </p:txBody>
      </p:sp>
      <p:pic>
        <p:nvPicPr>
          <p:cNvPr id="1026" name="Picture 2" descr="Manufacturing, Kurnool - Wikipedia">
            <a:extLst>
              <a:ext uri="{FF2B5EF4-FFF2-40B4-BE49-F238E27FC236}">
                <a16:creationId xmlns:a16="http://schemas.microsoft.com/office/drawing/2014/main" id="{2EA7EAF8-F32A-F65E-CB62-86BFE8762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437" y="194315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17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1C8DB-B136-80F6-0843-9265DE3D0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881758-FED1-DF43-BAAB-F687C023D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Secure, scalable cloud-based file management system</a:t>
            </a:r>
          </a:p>
          <a:p>
            <a:r>
              <a:rPr lang="en-US" sz="3200" dirty="0"/>
              <a:t>Three-tier architecture: </a:t>
            </a:r>
            <a:r>
              <a:rPr lang="en-US" sz="3200" dirty="0" err="1"/>
              <a:t>FastAPI</a:t>
            </a:r>
            <a:r>
              <a:rPr lang="en-US" sz="3200" dirty="0"/>
              <a:t> backend, SQLite DB, Next.js frontend</a:t>
            </a:r>
          </a:p>
          <a:p>
            <a:r>
              <a:rPr lang="en-US" sz="3200" dirty="0"/>
              <a:t>Features: JWT authentication, nested folders, file sharing, activity logs</a:t>
            </a:r>
          </a:p>
          <a:p>
            <a:r>
              <a:rPr lang="en-US" sz="3200" dirty="0"/>
              <a:t>Innovative hybrid permission model and transactional operations</a:t>
            </a:r>
          </a:p>
          <a:p>
            <a:r>
              <a:rPr lang="en-US" sz="3200" dirty="0"/>
              <a:t>Optimized for performance and data consistency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0327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46BF-D2B0-3C68-E1D0-8A5C210D4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6359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Problem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28287-348A-DA73-1434-015113338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dirty="0"/>
              <a:t>Data explosion </a:t>
            </a:r>
            <a:r>
              <a:rPr lang="fr-FR" sz="3200" dirty="0" err="1"/>
              <a:t>demands</a:t>
            </a:r>
            <a:r>
              <a:rPr lang="fr-FR" sz="3200" dirty="0"/>
              <a:t> efficient </a:t>
            </a:r>
            <a:r>
              <a:rPr lang="fr-FR" sz="3200" dirty="0" err="1"/>
              <a:t>storage</a:t>
            </a:r>
            <a:r>
              <a:rPr lang="fr-FR" sz="3200" dirty="0"/>
              <a:t> &amp; </a:t>
            </a:r>
            <a:r>
              <a:rPr lang="fr-FR" sz="3200" dirty="0" err="1"/>
              <a:t>access</a:t>
            </a:r>
            <a:r>
              <a:rPr lang="fr-FR" sz="3200" dirty="0"/>
              <a:t> solutions</a:t>
            </a:r>
          </a:p>
          <a:p>
            <a:r>
              <a:rPr lang="en-US" sz="3200" dirty="0"/>
              <a:t>Traditional storage methods are inadequate for remote teams</a:t>
            </a:r>
          </a:p>
          <a:p>
            <a:r>
              <a:rPr lang="en-US" sz="3200" dirty="0"/>
              <a:t>Existing tools often lack security or usability balance</a:t>
            </a:r>
          </a:p>
        </p:txBody>
      </p:sp>
      <p:pic>
        <p:nvPicPr>
          <p:cNvPr id="3074" name="Picture 2" descr="Security | Nokia.com">
            <a:extLst>
              <a:ext uri="{FF2B5EF4-FFF2-40B4-BE49-F238E27FC236}">
                <a16:creationId xmlns:a16="http://schemas.microsoft.com/office/drawing/2014/main" id="{C97D6085-1B04-164F-5ACB-2DBA9E3A7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147063"/>
            <a:ext cx="3350342" cy="2509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sability icon monochrome simple ...">
            <a:extLst>
              <a:ext uri="{FF2B5EF4-FFF2-40B4-BE49-F238E27FC236}">
                <a16:creationId xmlns:a16="http://schemas.microsoft.com/office/drawing/2014/main" id="{2771B9D2-6E95-C4BA-856E-06056C7A8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3441" y="4093889"/>
            <a:ext cx="2375719" cy="2562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Database Icon Stock Illustrations ...">
            <a:extLst>
              <a:ext uri="{FF2B5EF4-FFF2-40B4-BE49-F238E27FC236}">
                <a16:creationId xmlns:a16="http://schemas.microsoft.com/office/drawing/2014/main" id="{C32E7162-4DA1-2358-1961-8E04ACBC0B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5664" y="4187979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1949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573CF-8B68-0EC8-6E43-F6E871EDD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82635-F02C-0024-F785-980850640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Need for secure, intuitive online file storage.</a:t>
            </a:r>
          </a:p>
          <a:p>
            <a:r>
              <a:rPr lang="en-US" sz="3200" dirty="0"/>
              <a:t>Must support flexible organization, sharing, and permissions.</a:t>
            </a:r>
          </a:p>
          <a:p>
            <a:r>
              <a:rPr lang="en-US" sz="3200" dirty="0"/>
              <a:t>Ensure reliable file operations and audit logs.</a:t>
            </a:r>
            <a:endParaRPr lang="en-US" dirty="0"/>
          </a:p>
          <a:p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26EEAF-6E52-1C5E-A138-1BD6A2824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974" y="3780298"/>
            <a:ext cx="5177038" cy="2670840"/>
          </a:xfrm>
          <a:prstGeom prst="rect">
            <a:avLst/>
          </a:prstGeom>
        </p:spPr>
      </p:pic>
      <p:pic>
        <p:nvPicPr>
          <p:cNvPr id="4104" name="Picture 8" descr="19,382 Share Word Stock Photos - Free ...">
            <a:extLst>
              <a:ext uri="{FF2B5EF4-FFF2-40B4-BE49-F238E27FC236}">
                <a16:creationId xmlns:a16="http://schemas.microsoft.com/office/drawing/2014/main" id="{9A136BD7-C7C3-0CA5-05C8-44F741597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029" y="3780298"/>
            <a:ext cx="4013558" cy="267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972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7ECF4-CB4E-8C7B-A8C9-5C06002A9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6F6AB-8666-6291-7177-3749EFB37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Secure user authentication (JWT + </a:t>
            </a:r>
            <a:r>
              <a:rPr lang="en-US" sz="3200" dirty="0" err="1"/>
              <a:t>bcrypt</a:t>
            </a:r>
            <a:r>
              <a:rPr lang="en-US" sz="3200" dirty="0"/>
              <a:t>).</a:t>
            </a:r>
          </a:p>
          <a:p>
            <a:r>
              <a:rPr lang="en-US" sz="3200" dirty="0"/>
              <a:t>Unlimited folder nesting.</a:t>
            </a:r>
          </a:p>
          <a:p>
            <a:r>
              <a:rPr lang="en-US" sz="3200" dirty="0"/>
              <a:t>Core file operations: upload, download, rename, move, delete.</a:t>
            </a:r>
          </a:p>
          <a:p>
            <a:r>
              <a:rPr lang="en-US" sz="3200" dirty="0"/>
              <a:t>Flexible sharing with permission control.</a:t>
            </a:r>
          </a:p>
          <a:p>
            <a:r>
              <a:rPr lang="en-US" sz="3200" dirty="0"/>
              <a:t>Real-time activity logs &amp; search functionality</a:t>
            </a:r>
          </a:p>
        </p:txBody>
      </p:sp>
    </p:spTree>
    <p:extLst>
      <p:ext uri="{BB962C8B-B14F-4D97-AF65-F5344CB8AC3E}">
        <p14:creationId xmlns:p14="http://schemas.microsoft.com/office/powerpoint/2010/main" val="3647803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FBA5-E849-9142-E433-AE557D2BF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8E530-D53D-9EAE-A71B-2402FBB15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Web-based full-stack system using </a:t>
            </a:r>
            <a:r>
              <a:rPr lang="en-US" sz="3200" dirty="0" err="1"/>
              <a:t>FastAPI</a:t>
            </a:r>
            <a:r>
              <a:rPr lang="en-US" sz="3200" dirty="0"/>
              <a:t>, SQLite, and Next.js.</a:t>
            </a:r>
          </a:p>
          <a:p>
            <a:r>
              <a:rPr lang="en-US" sz="3200" dirty="0"/>
              <a:t>Includes storage quota management and audit logs.</a:t>
            </a:r>
          </a:p>
          <a:p>
            <a:r>
              <a:rPr lang="en-US" sz="3200" dirty="0"/>
              <a:t>10GB limit per user.</a:t>
            </a:r>
          </a:p>
          <a:p>
            <a:r>
              <a:rPr lang="en-US" sz="3200" dirty="0"/>
              <a:t>Excludes versioning and real-time editing (future work)</a:t>
            </a: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5965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47FBF-8146-408E-8BF6-6C691BAE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33F84-175A-7C9F-5C3E-086C1E466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3200" dirty="0"/>
              <a:t>Zhang et al. (2023): Hybrid encryption for secure cloud storage.</a:t>
            </a:r>
          </a:p>
          <a:p>
            <a:r>
              <a:rPr lang="en-US" sz="3200" dirty="0"/>
              <a:t>Kumar &amp; Patel (2024): ACL + RBAC hybrid access control.</a:t>
            </a:r>
          </a:p>
          <a:p>
            <a:r>
              <a:rPr lang="fr-FR" sz="3200" dirty="0"/>
              <a:t>Chen et al. (2023): Efficient distributed Meta data management.</a:t>
            </a:r>
          </a:p>
          <a:p>
            <a:r>
              <a:rPr lang="en-US" sz="3200" dirty="0"/>
              <a:t>Our addition: Simplified architecture with better logging &amp; usability. AI Based summarization for files and code running ability for certain files like c ,</a:t>
            </a:r>
            <a:r>
              <a:rPr lang="en-US" sz="3200" dirty="0" err="1"/>
              <a:t>c++</a:t>
            </a:r>
            <a:r>
              <a:rPr lang="en-US" sz="3200" dirty="0"/>
              <a:t> ,python.</a:t>
            </a:r>
          </a:p>
          <a:p>
            <a:pPr marL="0" indent="0">
              <a:buNone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4923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8F247-63FF-9C73-07BF-861E53F22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5C1B2-22B7-01C9-C902-B0B974251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8812"/>
            <a:ext cx="5257800" cy="4238201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Three-tier structure: frontend, backend, and database.</a:t>
            </a:r>
          </a:p>
          <a:p>
            <a:r>
              <a:rPr lang="en-US" sz="3200" dirty="0" err="1"/>
              <a:t>FastAPI</a:t>
            </a:r>
            <a:r>
              <a:rPr lang="en-US" sz="3200" dirty="0"/>
              <a:t> backend exposing REST APIs.</a:t>
            </a:r>
          </a:p>
          <a:p>
            <a:r>
              <a:rPr lang="en-US" sz="3200" dirty="0"/>
              <a:t>Next.js frontend for dynamic UI.</a:t>
            </a:r>
          </a:p>
          <a:p>
            <a:r>
              <a:rPr lang="nn-NO" sz="3200" dirty="0"/>
              <a:t>SQLite for metadata, filesystem for file storage.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198" name="Picture 6">
            <a:extLst>
              <a:ext uri="{FF2B5EF4-FFF2-40B4-BE49-F238E27FC236}">
                <a16:creationId xmlns:a16="http://schemas.microsoft.com/office/drawing/2014/main" id="{9E8B031F-541E-6086-0E20-F9E0DA5A4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620763"/>
            <a:ext cx="6096000" cy="5799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7091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7ABE0-C8DF-C066-B8C0-E742E75AB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048A1-0085-2445-65B6-96E2C0DD8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Backend</a:t>
            </a:r>
            <a:r>
              <a:rPr lang="en-US" dirty="0"/>
              <a:t>: </a:t>
            </a:r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dirty="0" err="1"/>
              <a:t>SQLAlchemy</a:t>
            </a:r>
            <a:r>
              <a:rPr lang="en-US" dirty="0"/>
              <a:t>, </a:t>
            </a:r>
            <a:r>
              <a:rPr lang="en-US" dirty="0" err="1"/>
              <a:t>Pydantic</a:t>
            </a:r>
            <a:r>
              <a:rPr lang="en-US" dirty="0"/>
              <a:t>, </a:t>
            </a:r>
            <a:r>
              <a:rPr lang="en-US" dirty="0" err="1"/>
              <a:t>Passlib</a:t>
            </a:r>
            <a:r>
              <a:rPr lang="en-US" dirty="0"/>
              <a:t>, JWT.</a:t>
            </a:r>
          </a:p>
          <a:p>
            <a:r>
              <a:rPr lang="en-US" b="1" dirty="0"/>
              <a:t>Frontend</a:t>
            </a:r>
            <a:r>
              <a:rPr lang="en-US" dirty="0"/>
              <a:t>: Next.js, React, </a:t>
            </a:r>
            <a:r>
              <a:rPr lang="en-US" dirty="0" err="1"/>
              <a:t>TailwindCSS</a:t>
            </a:r>
            <a:r>
              <a:rPr lang="en-US" dirty="0"/>
              <a:t>, Axios.</a:t>
            </a:r>
          </a:p>
          <a:p>
            <a:r>
              <a:rPr lang="en-US" b="1" dirty="0"/>
              <a:t>Database</a:t>
            </a:r>
            <a:r>
              <a:rPr lang="en-US" dirty="0"/>
              <a:t>: SQLite.</a:t>
            </a:r>
          </a:p>
          <a:p>
            <a:r>
              <a:rPr lang="en-US" b="1" dirty="0"/>
              <a:t>Security</a:t>
            </a:r>
            <a:r>
              <a:rPr lang="en-US" dirty="0"/>
              <a:t>: JWT authentication, </a:t>
            </a:r>
            <a:r>
              <a:rPr lang="en-US" dirty="0" err="1"/>
              <a:t>bcrypt</a:t>
            </a:r>
            <a:r>
              <a:rPr lang="en-US" dirty="0"/>
              <a:t> password hashing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3FC9C59-C58D-3BB5-5E5F-0B82D0DAC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FastAPI, SQLAlchemy, Pydantic, Passlib, JWT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26" name="Picture 10" descr="What Is FastAPI: The Future of Modern ...">
            <a:extLst>
              <a:ext uri="{FF2B5EF4-FFF2-40B4-BE49-F238E27FC236}">
                <a16:creationId xmlns:a16="http://schemas.microsoft.com/office/drawing/2014/main" id="{EA30A0D2-F9EB-1C5B-E59B-D9254025E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408539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Next.js Logo Vector Free Download | Logowik">
            <a:extLst>
              <a:ext uri="{FF2B5EF4-FFF2-40B4-BE49-F238E27FC236}">
                <a16:creationId xmlns:a16="http://schemas.microsoft.com/office/drawing/2014/main" id="{234B77F8-B38D-06F7-151A-2C2419C15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700" y="4160889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30" name="Picture 14" descr="SQLite white logo transparent PNG ...">
            <a:extLst>
              <a:ext uri="{FF2B5EF4-FFF2-40B4-BE49-F238E27FC236}">
                <a16:creationId xmlns:a16="http://schemas.microsoft.com/office/drawing/2014/main" id="{4077036C-380F-B4A2-18E3-3EC7B755F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375" y="4603801"/>
            <a:ext cx="378142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39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E2799-6FA9-E05C-0403-F61289F99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B23ED-8221-B1BD-8B1E-AB7C86E15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47735" cy="4351338"/>
          </a:xfrm>
        </p:spPr>
        <p:txBody>
          <a:bodyPr>
            <a:normAutofit/>
          </a:bodyPr>
          <a:lstStyle/>
          <a:p>
            <a:r>
              <a:rPr lang="en-US" sz="3200" b="1" dirty="0"/>
              <a:t>Six main tables</a:t>
            </a:r>
            <a:r>
              <a:rPr lang="en-US" sz="3200" dirty="0"/>
              <a:t>: Users, Folders, Files, Shares, </a:t>
            </a:r>
            <a:r>
              <a:rPr lang="en-US" sz="3200" dirty="0" err="1"/>
              <a:t>ShareAccess</a:t>
            </a:r>
            <a:r>
              <a:rPr lang="en-US" sz="3200" dirty="0"/>
              <a:t>, </a:t>
            </a:r>
            <a:r>
              <a:rPr lang="en-US" sz="3200" dirty="0" err="1"/>
              <a:t>ActivityLogs</a:t>
            </a:r>
            <a:r>
              <a:rPr lang="en-US" sz="3200" dirty="0"/>
              <a:t>.</a:t>
            </a:r>
          </a:p>
          <a:p>
            <a:r>
              <a:rPr lang="en-US" sz="3200" b="1" dirty="0"/>
              <a:t>Relationships</a:t>
            </a:r>
            <a:r>
              <a:rPr lang="en-US" sz="3200" dirty="0"/>
              <a:t>: Users → Folders → Files (hierarchical).</a:t>
            </a:r>
          </a:p>
          <a:p>
            <a:r>
              <a:rPr lang="en-US" sz="3200" b="1" dirty="0"/>
              <a:t>3NF</a:t>
            </a:r>
            <a:r>
              <a:rPr lang="en-US" sz="3200" dirty="0"/>
              <a:t> schema for data integrity.</a:t>
            </a:r>
          </a:p>
          <a:p>
            <a:pPr marL="0" indent="0">
              <a:buNone/>
            </a:pPr>
            <a:br>
              <a:rPr lang="en-US" sz="3200" dirty="0"/>
            </a:b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A0DCD6-C016-493A-E614-A8047AF1F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3796" y="178312"/>
            <a:ext cx="5158204" cy="6679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82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B9D4-858E-D9BB-742F-46899BA4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Key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B229-AD11-132C-5FEE-EC16EA440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Authentication with </a:t>
            </a:r>
            <a:r>
              <a:rPr lang="en-US" sz="3200" dirty="0" err="1"/>
              <a:t>bcrypt</a:t>
            </a:r>
            <a:r>
              <a:rPr lang="en-US" sz="3200" dirty="0"/>
              <a:t> and JWT.</a:t>
            </a:r>
          </a:p>
          <a:p>
            <a:r>
              <a:rPr lang="en-US" sz="3200" dirty="0"/>
              <a:t>Transactional file upload ensuring data consistency.</a:t>
            </a:r>
          </a:p>
          <a:p>
            <a:r>
              <a:rPr lang="en-US" sz="3200" dirty="0"/>
              <a:t>Recursive permission checking (ACL model).</a:t>
            </a:r>
          </a:p>
          <a:p>
            <a:r>
              <a:rPr lang="en-US" sz="3200" dirty="0"/>
              <a:t>Sharing: public/private with granular access.</a:t>
            </a:r>
          </a:p>
        </p:txBody>
      </p:sp>
    </p:spTree>
    <p:extLst>
      <p:ext uri="{BB962C8B-B14F-4D97-AF65-F5344CB8AC3E}">
        <p14:creationId xmlns:p14="http://schemas.microsoft.com/office/powerpoint/2010/main" val="3357523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D90C-50DB-D296-B655-EC9E8A191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Security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4CDD2-5146-8A34-C8F9-DB106ABF7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Encrypted passwords and signed JWT tokens.</a:t>
            </a:r>
          </a:p>
          <a:p>
            <a:r>
              <a:rPr lang="en-US" sz="3200" dirty="0"/>
              <a:t>Input validation and parameterized SQL queries.</a:t>
            </a:r>
          </a:p>
          <a:p>
            <a:r>
              <a:rPr lang="en-US" sz="3200" dirty="0"/>
              <a:t>CORS configuration and activity-based logging.</a:t>
            </a:r>
          </a:p>
          <a:p>
            <a:r>
              <a:rPr lang="en-US" sz="3200" dirty="0"/>
              <a:t>Soft delete + Recycle bin for safe recovery.</a:t>
            </a:r>
          </a:p>
        </p:txBody>
      </p:sp>
      <p:pic>
        <p:nvPicPr>
          <p:cNvPr id="12293" name="Picture 5" descr="Jwt.io Json web token Vector Logo ...">
            <a:extLst>
              <a:ext uri="{FF2B5EF4-FFF2-40B4-BE49-F238E27FC236}">
                <a16:creationId xmlns:a16="http://schemas.microsoft.com/office/drawing/2014/main" id="{A7EC0965-8338-6288-3315-BE76B7FC4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1074" y="4264589"/>
            <a:ext cx="3028950" cy="1514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5" name="Picture 7" descr="Allow CORS: Access-Control-Allow-Origin ...">
            <a:extLst>
              <a:ext uri="{FF2B5EF4-FFF2-40B4-BE49-F238E27FC236}">
                <a16:creationId xmlns:a16="http://schemas.microsoft.com/office/drawing/2014/main" id="{77A5C85D-7B97-4568-7B64-E2944281F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7789" y="4264590"/>
            <a:ext cx="2767012" cy="1640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7" name="Picture 9" descr="Recycling Bin Icon PNG &amp; SVG Design For ...">
            <a:extLst>
              <a:ext uri="{FF2B5EF4-FFF2-40B4-BE49-F238E27FC236}">
                <a16:creationId xmlns:a16="http://schemas.microsoft.com/office/drawing/2014/main" id="{01C02E7A-1D08-D9FB-A1AE-BC19B82BE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7655" y="4116182"/>
            <a:ext cx="1811287" cy="1811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035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86495-49B2-004E-ED12-6F98FDBA8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Backend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139EF-55FD-5260-450E-4DC94C3EBA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Modular </a:t>
            </a:r>
            <a:r>
              <a:rPr lang="en-US" sz="3200" dirty="0" err="1"/>
              <a:t>FastAPI</a:t>
            </a:r>
            <a:r>
              <a:rPr lang="en-US" sz="3200" dirty="0"/>
              <a:t> routes: auth, files, folders, shares.</a:t>
            </a:r>
          </a:p>
          <a:p>
            <a:r>
              <a:rPr lang="en-US" sz="3200" dirty="0"/>
              <a:t>JWT-based authentication with 24-hour expiry.</a:t>
            </a:r>
          </a:p>
          <a:p>
            <a:r>
              <a:rPr lang="en-US" sz="3200" dirty="0"/>
              <a:t>File consistency maintained via transactional operations.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D72CD-1558-06DC-3ED0-33E55E31A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752" y="1537980"/>
            <a:ext cx="5353797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35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3A890-A269-A96A-86A1-F7632BBFC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Frontend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5A0CB-7F15-1D51-AFD5-158937D59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Built using Next.js and React.</a:t>
            </a:r>
          </a:p>
          <a:p>
            <a:r>
              <a:rPr lang="en-US" sz="3600" dirty="0" err="1"/>
              <a:t>TailwindCSS</a:t>
            </a:r>
            <a:r>
              <a:rPr lang="en-US" sz="3600" dirty="0"/>
              <a:t> for modern, responsive design.</a:t>
            </a:r>
          </a:p>
          <a:p>
            <a:r>
              <a:rPr lang="en-US" sz="3600" dirty="0"/>
              <a:t>Context API for global state management.</a:t>
            </a:r>
          </a:p>
          <a:p>
            <a:r>
              <a:rPr lang="en-US" sz="3600" dirty="0"/>
              <a:t>Axios for secure API requests.</a:t>
            </a:r>
          </a:p>
        </p:txBody>
      </p:sp>
    </p:spTree>
    <p:extLst>
      <p:ext uri="{BB962C8B-B14F-4D97-AF65-F5344CB8AC3E}">
        <p14:creationId xmlns:p14="http://schemas.microsoft.com/office/powerpoint/2010/main" val="2495040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B071-0F53-8905-BD63-A78ACDED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Algorithms and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036DC-E920-6D05-6B6C-1F0CB9727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651"/>
            <a:ext cx="9878961" cy="2008956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Recursive folder traversal for ZIP downloads.</a:t>
            </a:r>
          </a:p>
          <a:p>
            <a:r>
              <a:rPr lang="en-US" sz="3200" dirty="0"/>
              <a:t>Owner-attributed logging system.</a:t>
            </a:r>
          </a:p>
          <a:p>
            <a:r>
              <a:rPr lang="en-US" sz="3200" dirty="0"/>
              <a:t>Recursive SQL checks to prevent circular folder references.</a:t>
            </a:r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B8B67-F80F-6E4B-9913-AFBC20AA294C}"/>
              </a:ext>
            </a:extLst>
          </p:cNvPr>
          <p:cNvSpPr txBox="1"/>
          <p:nvPr/>
        </p:nvSpPr>
        <p:spPr>
          <a:xfrm>
            <a:off x="877529" y="3598607"/>
            <a:ext cx="97044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0070C0"/>
                </a:solidFill>
              </a:rPr>
              <a:t>User </a:t>
            </a:r>
            <a:r>
              <a:rPr lang="en-US" sz="4400" b="1" dirty="0">
                <a:solidFill>
                  <a:srgbClr val="0070C0"/>
                </a:solidFill>
                <a:latin typeface="+mj-lt"/>
              </a:rPr>
              <a:t>Interface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59D54-42A1-A79F-5DCE-D6E78ACB50E7}"/>
              </a:ext>
            </a:extLst>
          </p:cNvPr>
          <p:cNvSpPr txBox="1"/>
          <p:nvPr/>
        </p:nvSpPr>
        <p:spPr>
          <a:xfrm>
            <a:off x="877529" y="4368048"/>
            <a:ext cx="1047627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</a:rPr>
              <a:t>Clean, responsive dashboard.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</a:rPr>
              <a:t>Drag-and-drop upload &amp; share modals.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+mj-lt"/>
              </a:rPr>
              <a:t>File preview, recycle bin recovery.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8066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28675-CEDA-0BF5-6C4F-89A637C9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PREVIEW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E2704F-F365-2359-CFDB-781DECDDB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0832"/>
            <a:ext cx="10721728" cy="4821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65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E53889-65EB-86C8-159D-2378041F1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617"/>
            <a:ext cx="5879690" cy="31138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BFF288-745D-7C12-B4AA-81910DF48C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2" y="3429000"/>
            <a:ext cx="5771678" cy="31505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3E7460-3745-7DC8-B3F7-40886750F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690" y="281568"/>
            <a:ext cx="6312310" cy="30328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8390C5-B6C9-F464-E280-861DB27806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6096000" cy="287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79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3828A-EF51-CC50-2C50-DD06C895D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5323-9ABD-BAEA-A3F8-7F082E54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9986"/>
            <a:ext cx="10515600" cy="4351338"/>
          </a:xfrm>
        </p:spPr>
        <p:txBody>
          <a:bodyPr/>
          <a:lstStyle/>
          <a:p>
            <a:r>
              <a:rPr lang="en-US" dirty="0"/>
              <a:t>Limitations:</a:t>
            </a:r>
          </a:p>
          <a:p>
            <a:pPr lvl="1"/>
            <a:r>
              <a:rPr lang="en-US" dirty="0"/>
              <a:t>10GB limit</a:t>
            </a:r>
          </a:p>
          <a:p>
            <a:pPr lvl="1"/>
            <a:r>
              <a:rPr lang="en-US" dirty="0"/>
              <a:t> SQLite scalability issues</a:t>
            </a:r>
          </a:p>
          <a:p>
            <a:pPr lvl="1"/>
            <a:r>
              <a:rPr lang="en-US" dirty="0"/>
              <a:t>No versioning or real-time sync.</a:t>
            </a:r>
          </a:p>
          <a:p>
            <a:r>
              <a:rPr lang="en-US" dirty="0"/>
              <a:t>Future Enhancements:</a:t>
            </a:r>
          </a:p>
          <a:p>
            <a:pPr lvl="1"/>
            <a:r>
              <a:rPr lang="en-US" dirty="0"/>
              <a:t>Version control.</a:t>
            </a:r>
          </a:p>
          <a:p>
            <a:pPr lvl="1"/>
            <a:r>
              <a:rPr lang="en-US" dirty="0"/>
              <a:t>mobile app</a:t>
            </a:r>
          </a:p>
          <a:p>
            <a:pPr lvl="1"/>
            <a:r>
              <a:rPr lang="en-US" dirty="0"/>
              <a:t>Advanced search &amp; notifications</a:t>
            </a:r>
          </a:p>
          <a:p>
            <a:pPr lvl="1"/>
            <a:r>
              <a:rPr lang="en-US" dirty="0"/>
              <a:t>PostgreSQL + distributed </a:t>
            </a:r>
            <a:r>
              <a:rPr lang="en-US" dirty="0" err="1"/>
              <a:t>storageReal</a:t>
            </a:r>
            <a:r>
              <a:rPr lang="en-US" dirty="0"/>
              <a:t>-time collaboration &amp; ML-based organization</a:t>
            </a:r>
          </a:p>
        </p:txBody>
      </p:sp>
    </p:spTree>
    <p:extLst>
      <p:ext uri="{BB962C8B-B14F-4D97-AF65-F5344CB8AC3E}">
        <p14:creationId xmlns:p14="http://schemas.microsoft.com/office/powerpoint/2010/main" val="393682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84D4-1668-082B-C8C5-650A7C22D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12AB6-69F3-12E7-5CE8-AD4398DA9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Built a secure, scalable file management system.</a:t>
            </a:r>
          </a:p>
          <a:p>
            <a:r>
              <a:rPr lang="en-US" sz="3200" dirty="0"/>
              <a:t>Demonstrated full-stack and security integration.</a:t>
            </a:r>
          </a:p>
          <a:p>
            <a:r>
              <a:rPr lang="en-US" sz="3200" dirty="0"/>
              <a:t>Extensible, modular, and educational design.</a:t>
            </a:r>
          </a:p>
          <a:p>
            <a:r>
              <a:rPr lang="en-US" sz="3200" dirty="0"/>
              <a:t>Foundation for future research and enterprise use.</a:t>
            </a:r>
          </a:p>
        </p:txBody>
      </p:sp>
    </p:spTree>
    <p:extLst>
      <p:ext uri="{BB962C8B-B14F-4D97-AF65-F5344CB8AC3E}">
        <p14:creationId xmlns:p14="http://schemas.microsoft.com/office/powerpoint/2010/main" val="1984360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644</Words>
  <Application>Microsoft Office PowerPoint</Application>
  <PresentationFormat>Widescreen</PresentationFormat>
  <Paragraphs>93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Online File Management System</vt:lpstr>
      <vt:lpstr>Abstract</vt:lpstr>
      <vt:lpstr>Problem Background</vt:lpstr>
      <vt:lpstr>Problem Definition</vt:lpstr>
      <vt:lpstr>Objectives</vt:lpstr>
      <vt:lpstr>Scope</vt:lpstr>
      <vt:lpstr>Literature Survey</vt:lpstr>
      <vt:lpstr>System Architecture</vt:lpstr>
      <vt:lpstr>Technologies Used</vt:lpstr>
      <vt:lpstr>Database Design</vt:lpstr>
      <vt:lpstr>Key Operations</vt:lpstr>
      <vt:lpstr>Security Features</vt:lpstr>
      <vt:lpstr>Backend Implementation</vt:lpstr>
      <vt:lpstr>Frontend Implementation</vt:lpstr>
      <vt:lpstr>Algorithms and Logic</vt:lpstr>
      <vt:lpstr>PREVIEW </vt:lpstr>
      <vt:lpstr>PowerPoint Presentation</vt:lpstr>
      <vt:lpstr>Limitations &amp; Future Work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vighneshprasad12@outlook.com</dc:creator>
  <cp:lastModifiedBy>vighneshprasad12@outlook.com</cp:lastModifiedBy>
  <cp:revision>1</cp:revision>
  <dcterms:created xsi:type="dcterms:W3CDTF">2025-11-05T11:30:32Z</dcterms:created>
  <dcterms:modified xsi:type="dcterms:W3CDTF">2025-11-05T12:41:32Z</dcterms:modified>
</cp:coreProperties>
</file>